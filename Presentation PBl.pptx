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EF557-2C83-C4AF-F06D-95EA30317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59B6E-1736-68E2-4A28-E30A74DF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AB4E9-A26B-D475-AB9E-99F54CE6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CEE92-9480-5E6E-6AF6-C07E1AE0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4DCC8-F59D-2978-FA75-48D8F076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206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C9EE9-3654-C3EB-BCA6-B27DB4BC3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602DB-24BD-6564-718F-D7DEDDAC7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1A8E7-85F0-782C-C218-85C6E1BA0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A1FCF-BC00-4821-3B0F-EA0EA75F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DB9AC-1FB6-9C87-B007-C564C442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590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C680C-B686-4AC7-9C56-EFC03B7B4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D8873-D59C-7F3E-C66D-033B9817F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9BEA2-2C09-D970-3E85-C8F30590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53332-18FE-34F2-6273-20390D75C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686C8-2636-334B-613D-3CC41F73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474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53228-F973-B963-EF2A-2D66604A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709EF-813F-5CD1-6BD6-B9BD731EC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5295D-AD98-BBD7-BEDC-2933DF607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32900-AFDD-3123-61DD-A2837B9F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C4984-1ACD-E179-EFEE-21A376BC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7BE79-FAB6-F485-EF8A-64DA415B9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434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484C-D5E1-A554-7A01-5B7DBF640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1ADC2-0EDC-4520-D423-28A0FADD1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62DCB-7799-3BFA-4523-81270AE37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171BA-1968-EDE9-0E58-23A88076E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14B52-6302-F48C-43EC-0DC8B61C3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9CA8B6-AFCB-231D-DD10-32962B7D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3F98A-B9E5-3DE0-0757-D0BA3B06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299B4-6236-4B05-A493-F5C24F5D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4584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3F0F-F8FE-9782-193F-5CA5A5A5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9ED38F-7DB1-5893-DED2-92A90C3EC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AC196-E233-D39B-17D6-9358A79DC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CB9A0-A9BA-A8E4-DF6E-B6C549C71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617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F96F32-221C-91A2-5113-4586DB0B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A1E8B-B2A5-97A0-E1A2-CAEC4ECFD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CEE35-A486-B7FA-515F-32E3E781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9922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8953B-5A2D-682F-859D-9BCC1CD1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2B1C2-8A6D-AFE8-1AE8-582064D4D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212FF-C231-5EE4-9BE0-C10F7E07A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AE4C8-4356-F84B-4415-A47359B6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DA944-E260-999A-A360-88B7621CA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99355-4ECB-F9FC-27A0-B6BCA794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278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7A90-4075-F876-6448-BD64E497A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41D27-F3FA-956D-53F1-FEDD09DCB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1B4E9-884C-0463-191E-844ED9EBA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5B812-D6AF-719E-3120-C2550058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3D5D5-37E8-1038-EDA9-4E8794FE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B1A0B-85E5-8D99-B474-257B1A2A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4129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ADA7-9D15-51AB-9B57-A88B90764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DF0E9-E273-2271-ECFA-F1F49A55D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C0175-6392-4ACF-BFEC-2C8A7F9FE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ABE9C-6BAE-0D59-7C13-D2A6B66B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0A1CA-5B68-5CF1-E130-638A0C53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457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6DF54B-71D2-7F94-C88F-CE41C6063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6DBC1-4D38-A944-6111-302D03A86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02F10-7BD1-13C4-4ABD-1783DF85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A8A13-D897-2C15-8E20-09946822D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D0E61-8E93-A60B-C216-17F55D35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162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5BBD5-D226-D37C-2AFC-3FE8438DB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B7DFC-9783-698E-0C0E-83FCB0A87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22203-6334-3D88-C482-722E462A5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55D76-4D2D-4E4C-BA2E-EAD8867B49B5}" type="datetimeFigureOut">
              <a:rPr lang="en-ID" smtClean="0"/>
              <a:t>09/07/2024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B7918-320C-5FEE-10A1-969B7B9E4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4B860-7D23-CD84-E489-C6C463682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8B8D6-383A-43BD-85B6-1A6781B30A3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369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5BBF2B-0608-C9E4-8847-3FD03675FD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0" t="17600" r="12700" b="11066"/>
          <a:stretch/>
        </p:blipFill>
        <p:spPr>
          <a:xfrm>
            <a:off x="-1" y="-73152"/>
            <a:ext cx="12255831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82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92026E-A8E7-2CFC-8612-00343C6E9E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9" t="18212" r="13405" b="10854"/>
          <a:stretch/>
        </p:blipFill>
        <p:spPr>
          <a:xfrm>
            <a:off x="0" y="-1"/>
            <a:ext cx="12192000" cy="692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58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6B0B7A-C644-9FCF-D1DB-9C6AD32916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4" t="18026" r="12610" b="10908"/>
          <a:stretch/>
        </p:blipFill>
        <p:spPr>
          <a:xfrm>
            <a:off x="-1" y="0"/>
            <a:ext cx="122363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34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EF02808-9D86-66BE-F565-2F81E65904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84" t="17973" r="12866" b="11628"/>
          <a:stretch/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51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F46C16C-77A7-F23C-EDFE-AA21DCBDF7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9" t="17785" r="12596" b="10749"/>
          <a:stretch/>
        </p:blipFill>
        <p:spPr>
          <a:xfrm>
            <a:off x="0" y="-1"/>
            <a:ext cx="12192000" cy="687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7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C6D61AD-9454-3944-CFC9-A1E046D6A8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0" t="17733" r="12552" b="10936"/>
          <a:stretch/>
        </p:blipFill>
        <p:spPr>
          <a:xfrm>
            <a:off x="-1" y="-82105"/>
            <a:ext cx="12323763" cy="694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01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8E8F1DF-C69C-0F27-F5A8-60B13A7E57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3" t="17943" r="13482" b="10324"/>
          <a:stretch/>
        </p:blipFill>
        <p:spPr>
          <a:xfrm>
            <a:off x="0" y="-73153"/>
            <a:ext cx="12192000" cy="697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30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8F51B30-6D6E-7B90-9F6C-4B343ABBC8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2" t="18290" r="12762" b="10777"/>
          <a:stretch/>
        </p:blipFill>
        <p:spPr>
          <a:xfrm>
            <a:off x="0" y="-1"/>
            <a:ext cx="12192000" cy="687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86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92BD2B7-899E-2E6F-CD5E-7E119D7848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7" t="17702" r="12493" b="10964"/>
          <a:stretch/>
        </p:blipFill>
        <p:spPr>
          <a:xfrm>
            <a:off x="0" y="-1"/>
            <a:ext cx="12192000" cy="685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24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18AAF08-20D0-74A0-E52A-8681954D2D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7" t="17997" r="13193" b="10936"/>
          <a:stretch/>
        </p:blipFill>
        <p:spPr>
          <a:xfrm>
            <a:off x="0" y="-1"/>
            <a:ext cx="12192000" cy="691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41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 NITRO 5</dc:creator>
  <cp:lastModifiedBy>ACER NITRO 5</cp:lastModifiedBy>
  <cp:revision>1</cp:revision>
  <dcterms:created xsi:type="dcterms:W3CDTF">2024-07-08T20:43:02Z</dcterms:created>
  <dcterms:modified xsi:type="dcterms:W3CDTF">2024-07-08T23:43:20Z</dcterms:modified>
</cp:coreProperties>
</file>